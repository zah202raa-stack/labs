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LIGHTNING TALK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Project Proposals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pricing  ·  Bank marketing response  ·  Credit card default risk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BEEE6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475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0" y="804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Price (continuous)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cars vary wildly in features, making it hard to know a fair price. This project builds a model that predicts car prices from a vehicle's specs.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buyers, sellers, and dealers a reliable, data-driven price estimate instead of guesswork.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64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Car Prices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4681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19,237 rows  ×  18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15k-rows / 10-columns requirement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47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18 columns has 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"Levy" missing ~5,700 values (encoded as "-"); all others complete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BEEE6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807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Levy, Mileage, Engine volume, Cylinders…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6112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BEEE6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6112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Manufacturer, Model, Fuel type, Gear box…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4343400"/>
            <a:ext cx="557784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47731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heavily right-skewed (skew 3.7, max $26.3M vs. median $15K). Trimmed to $1K–$500K and log-transformed (skew drops to -0.5).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Term Deposit Marketing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6F3F0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475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0" y="804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y — subscribed? (yes/no)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every customer about a term deposit wastes time and money, since most say no. This project predicts which clients are likely to subscribe.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bank focus outreach on the customers most likely to say yes, cutting wasted calls.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64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— Bank Marketing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4681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45,211 rows  ×  17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15k-rows / 10-columns requirement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47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dataset; some fields use "unknown" as its own category (job, education, contact)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6F3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807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balance, duration, campaign, pdays…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6112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6F3F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6112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marital, education, housing, month…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4343400"/>
            <a:ext cx="557784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47731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strongly imbalanced (few subscribers). Balance ranges -8,019 to 102,127; duration and campaign are right-skewed with high-end outliers.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FEAF6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475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0" y="804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default payment next month (0/1)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defaults cost banks significant money and add financial risk. This project predicts which clients will default next month.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demographics and payment history to flag at-risk clients early, so banks can manage credit risk proactively.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64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— Default of Credit Card Clients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4681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rows  ×  24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15k-rows / 10-columns requirement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47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dataset; 35 duplicate rows found and removed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FEAF6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807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LIMIT_BAL, AGE, BILL_AMT1-6, PAY_AMT1-6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6112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FEAF6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0358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6112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3803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EDUCATION, MARRIAGE, PAY_0…PAY_6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4343400"/>
            <a:ext cx="557784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477316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Bill/payment amounts and credit limit are heavily right-skewed with high-value outliers. EDUCATION also has undocumented codes (0, 5, 6) outside the official 1-4 scale.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2026-08-05T21:18:59Z</dcterms:created>
  <dcterms:modified xsi:type="dcterms:W3CDTF">2026-08-05T21:18:59Z</dcterms:modified>
</cp:coreProperties>
</file>